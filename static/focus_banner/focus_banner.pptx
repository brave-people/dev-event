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47"/>
    <a:srgbClr val="081740"/>
    <a:srgbClr val="17171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94"/>
    <p:restoredTop sz="79577"/>
  </p:normalViewPr>
  <p:slideViewPr>
    <p:cSldViewPr snapToGrid="0" showGuides="1">
      <p:cViewPr varScale="1">
        <p:scale>
          <a:sx n="152" d="100"/>
          <a:sy n="152" d="100"/>
        </p:scale>
        <p:origin x="224" y="-4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96916-FD17-9645-834E-43812CA62CB1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A3022-3395-C343-B6A4-57C12CCF323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94784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ko-KR" dirty="0"/>
              <a:t>241101_samsung.jpg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0A3022-3395-C343-B6A4-57C12CCF3231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25757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6EC385-B07A-ED1C-11AA-7B94952477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AB2D78B-AE1B-68A3-1795-63AD098D6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4C00CD-898A-632C-31B0-C6CD41A91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CF50-0E1E-CF4A-B6AC-5CB0F4ED89A6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ECCD57-4632-B70E-C46E-3E93DE2D7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1915A4-F95C-98B3-0E92-450A0759E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6D0D0-BFD0-D746-9078-962C7C5364A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5840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5AF9BC-3159-DAFB-A654-329FF0E68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DD4EEB-C3DB-F451-9AD9-03D93FDC1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807B0C-9F88-FDFD-0EF9-58D3A87AD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CF50-0E1E-CF4A-B6AC-5CB0F4ED89A6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8CF84C-6B80-ABF6-18B1-4E4FDB252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0D3F89-6A85-B55E-1044-E3AB0D196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6D0D0-BFD0-D746-9078-962C7C5364A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9037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375FDF-F6EE-87C3-72B1-CBFF08210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43587E-2D06-C4EB-6235-2D5C17E86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DA98BD-EB5D-2CB9-3104-89668BD22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CF50-0E1E-CF4A-B6AC-5CB0F4ED89A6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A106E6-7106-0203-432C-83B3F7A5E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4D0868-E5EC-B90F-2B7A-88BB6E3EE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6D0D0-BFD0-D746-9078-962C7C5364A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58145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9E7283-F6EC-F957-503D-4116C5964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55C736-BF42-DEC9-CACF-278E4999E7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43143-21C6-17E3-5F14-4343EAA356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540CA9-5FE9-B771-59D1-CFE742F3E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CF50-0E1E-CF4A-B6AC-5CB0F4ED89A6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3B2CB7-517A-EE07-0396-5D347C115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088588-94D1-25A8-81E1-B3590D4A2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6D0D0-BFD0-D746-9078-962C7C5364A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0798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5441ED-734A-1AB0-8CC3-C6778B22B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22AEEF-418B-A4E1-BE9D-B64135723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7CC985-C657-F458-6A06-76BC61DC2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DE5C310-0AFD-5236-C267-7DC6B9845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805A058-9DAF-2C91-6EAE-3AD7C09171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0C4C06B-EC80-61E8-B51F-3E513B1FE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CF50-0E1E-CF4A-B6AC-5CB0F4ED89A6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DF73580-13A4-6129-C8CA-26CE749B3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C2F902B-893D-D6E9-6CE9-A4C1A5570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6D0D0-BFD0-D746-9078-962C7C5364A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33377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0DBCC5-C2FB-6F91-6284-2C3A93AF7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4A63008-30FE-1C1D-1DE4-48004BFB7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CF50-0E1E-CF4A-B6AC-5CB0F4ED89A6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F3F592-4240-C31C-EF97-EEE8C8063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A025C1-B85F-D956-1127-F42FB196E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6D0D0-BFD0-D746-9078-962C7C5364A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59301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FDADF06-A817-FEEB-B0DD-1EA0F3B63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CF50-0E1E-CF4A-B6AC-5CB0F4ED89A6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7A629E6-7789-3915-BAC6-254D5D706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AC6B3-F482-3A46-163A-59FD20FF1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6D0D0-BFD0-D746-9078-962C7C5364A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90052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8FF012-51CD-9A26-A234-F7292421B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F09921-AF9E-15AE-0F9D-9BB0696CE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3B8A61-723D-F88B-8558-545EE71FE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23E076-CF71-8830-542F-091D74E39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CF50-0E1E-CF4A-B6AC-5CB0F4ED89A6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DB70C6-6469-A6F3-7A64-B2B96CF20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703AB5-0AB4-33EA-EEB0-007D8B651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6D0D0-BFD0-D746-9078-962C7C5364A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56564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84D2F1-2A14-59D9-F7E5-D7E071821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4DF5AC9-A757-7CDF-BE9C-746D47E38D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789279-06AD-AA47-1ED3-9105AD991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AF3235-8432-134D-223A-D6B793BF6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CF50-0E1E-CF4A-B6AC-5CB0F4ED89A6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C50316-88A5-01D7-0E02-599825F53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100A7B-D59C-2A46-7309-0890BD7B4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6D0D0-BFD0-D746-9078-962C7C5364A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79583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7F1C0-2B45-0130-60AC-017ED0BCA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21862A-8D32-EF61-2073-BC90270B1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1ED877-1E21-DC37-C113-16608C0DC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CF50-0E1E-CF4A-B6AC-5CB0F4ED89A6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9AB9AF-C1E0-6357-3D1C-454152F5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14C5C9-F0A0-D7B2-CB35-F2C958081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6D0D0-BFD0-D746-9078-962C7C5364A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43254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A498D95-A52F-1B94-1C53-D05D335A39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79ED96-439A-4CE2-284F-691A591CB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3628-4E82-819C-F38A-659D124DC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ACF50-0E1E-CF4A-B6AC-5CB0F4ED89A6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12A107-AEFD-E1DE-B4FD-C2CD129E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4E0280-E139-EA1F-FC1B-28E7E46F5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6D0D0-BFD0-D746-9078-962C7C5364A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0869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F0C23F4-775A-ECC4-55D0-E610D9669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B1C9EC-3A22-B90D-AAED-336FBC991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180F74-20E3-2523-F50B-947F98C18C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9ACF50-0E1E-CF4A-B6AC-5CB0F4ED89A6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BF71A8-DBD9-EF85-0A79-ADFF30873E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9FC491-9BBF-2DE2-C2FC-67F3A74DC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06D0D0-BFD0-D746-9078-962C7C5364A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34045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EB76371C-B64D-C657-E45F-025B64EA5C8D}"/>
              </a:ext>
            </a:extLst>
          </p:cNvPr>
          <p:cNvSpPr/>
          <p:nvPr/>
        </p:nvSpPr>
        <p:spPr>
          <a:xfrm>
            <a:off x="945931" y="756745"/>
            <a:ext cx="9669517" cy="1912883"/>
          </a:xfrm>
          <a:prstGeom prst="roundRect">
            <a:avLst>
              <a:gd name="adj" fmla="val 4579"/>
            </a:avLst>
          </a:prstGeom>
          <a:solidFill>
            <a:srgbClr val="17171B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026" name="Picture 2" descr="SK AI Sumit 2024">
            <a:extLst>
              <a:ext uri="{FF2B5EF4-FFF2-40B4-BE49-F238E27FC236}">
                <a16:creationId xmlns:a16="http://schemas.microsoft.com/office/drawing/2014/main" id="{AF8368D1-DC49-4660-2F38-1462BD6EB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349" y="1102165"/>
            <a:ext cx="42799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4649AE-75F2-C55D-D0ED-6F02F0D949E3}"/>
              </a:ext>
            </a:extLst>
          </p:cNvPr>
          <p:cNvSpPr txBox="1"/>
          <p:nvPr/>
        </p:nvSpPr>
        <p:spPr>
          <a:xfrm>
            <a:off x="1380321" y="1811019"/>
            <a:ext cx="4976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E8E8E8"/>
                </a:solidFill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접수</a:t>
            </a:r>
            <a:r>
              <a:rPr lang="en-US" altLang="ko-KR" b="1" dirty="0">
                <a:solidFill>
                  <a:srgbClr val="E8E8E8"/>
                </a:solidFill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:</a:t>
            </a:r>
            <a:r>
              <a:rPr lang="ko-KR" altLang="en-US" b="1" dirty="0">
                <a:solidFill>
                  <a:srgbClr val="E8E8E8"/>
                </a:solidFill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altLang="ko-KR" b="1" i="0" dirty="0">
                <a:solidFill>
                  <a:srgbClr val="E8E8E8"/>
                </a:solidFill>
                <a:effectLst/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10.14(</a:t>
            </a:r>
            <a:r>
              <a:rPr lang="ko-KR" altLang="en-US" b="1" i="0" dirty="0">
                <a:solidFill>
                  <a:srgbClr val="E8E8E8"/>
                </a:solidFill>
                <a:effectLst/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월</a:t>
            </a:r>
            <a:r>
              <a:rPr lang="en-US" altLang="ko-KR" b="1" i="0" dirty="0">
                <a:solidFill>
                  <a:srgbClr val="E8E8E8"/>
                </a:solidFill>
                <a:effectLst/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) </a:t>
            </a:r>
            <a:r>
              <a:rPr lang="en" altLang="ko-KR" b="1" i="0" dirty="0">
                <a:solidFill>
                  <a:srgbClr val="E8E8E8"/>
                </a:solidFill>
                <a:effectLst/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AM 10:00 - 10.31(</a:t>
            </a:r>
            <a:r>
              <a:rPr lang="ko-KR" altLang="en-US" b="1" i="0" dirty="0">
                <a:solidFill>
                  <a:srgbClr val="E8E8E8"/>
                </a:solidFill>
                <a:effectLst/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목</a:t>
            </a:r>
            <a:r>
              <a:rPr lang="en-US" altLang="ko-KR" b="1" i="0" dirty="0">
                <a:solidFill>
                  <a:srgbClr val="E8E8E8"/>
                </a:solidFill>
                <a:effectLst/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) </a:t>
            </a:r>
            <a:r>
              <a:rPr lang="en" altLang="ko-KR" b="1" i="0" dirty="0">
                <a:solidFill>
                  <a:srgbClr val="E8E8E8"/>
                </a:solidFill>
                <a:effectLst/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PM 11:59</a:t>
            </a:r>
          </a:p>
          <a:p>
            <a:r>
              <a:rPr lang="ko-KR" altLang="en-US" b="1" dirty="0">
                <a:solidFill>
                  <a:srgbClr val="E8E8E8"/>
                </a:solidFill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일시</a:t>
            </a:r>
            <a:r>
              <a:rPr lang="en-US" altLang="ko-KR" b="1" dirty="0">
                <a:solidFill>
                  <a:srgbClr val="E8E8E8"/>
                </a:solidFill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:</a:t>
            </a:r>
            <a:r>
              <a:rPr lang="ko-KR" altLang="en-US" b="1" dirty="0">
                <a:solidFill>
                  <a:srgbClr val="E8E8E8"/>
                </a:solidFill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altLang="ko-KR" b="1" dirty="0">
                <a:solidFill>
                  <a:srgbClr val="E8E8E8"/>
                </a:solidFill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11.04(</a:t>
            </a:r>
            <a:r>
              <a:rPr lang="ko-KR" altLang="en-US" b="1" dirty="0">
                <a:solidFill>
                  <a:srgbClr val="E8E8E8"/>
                </a:solidFill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월</a:t>
            </a:r>
            <a:r>
              <a:rPr lang="en-US" altLang="ko-KR" b="1" dirty="0">
                <a:solidFill>
                  <a:srgbClr val="E8E8E8"/>
                </a:solidFill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r>
              <a:rPr lang="ko-KR" altLang="en-US" b="1" dirty="0">
                <a:solidFill>
                  <a:srgbClr val="E8E8E8"/>
                </a:solidFill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altLang="ko-KR" b="1" dirty="0">
                <a:solidFill>
                  <a:srgbClr val="E8E8E8"/>
                </a:solidFill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-</a:t>
            </a:r>
            <a:r>
              <a:rPr lang="ko-KR" altLang="en-US" b="1" dirty="0">
                <a:solidFill>
                  <a:srgbClr val="E8E8E8"/>
                </a:solidFill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altLang="ko-KR" b="1" dirty="0">
                <a:solidFill>
                  <a:srgbClr val="E8E8E8"/>
                </a:solidFill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11.05(</a:t>
            </a:r>
            <a:r>
              <a:rPr lang="ko-KR" altLang="en-US" b="1" dirty="0">
                <a:solidFill>
                  <a:srgbClr val="E8E8E8"/>
                </a:solidFill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월</a:t>
            </a:r>
            <a:r>
              <a:rPr lang="en-US" altLang="ko-KR" b="1" dirty="0">
                <a:solidFill>
                  <a:srgbClr val="E8E8E8"/>
                </a:solidFill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kumimoji="1" lang="ko-KR" altLang="en-US" dirty="0"/>
          </a:p>
        </p:txBody>
      </p:sp>
      <p:pic>
        <p:nvPicPr>
          <p:cNvPr id="1028" name="Picture 4" descr="2023 TECH SUMMIT">
            <a:extLst>
              <a:ext uri="{FF2B5EF4-FFF2-40B4-BE49-F238E27FC236}">
                <a16:creationId xmlns:a16="http://schemas.microsoft.com/office/drawing/2014/main" id="{A4E85DBB-467C-1240-34B2-357174ACC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0730" y="1803398"/>
            <a:ext cx="6731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0858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5D7D4C6-7444-AE72-9FD0-F660FAEFC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15671" y="-4182846"/>
            <a:ext cx="76200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185DA787-7AEE-6E05-3035-B9A16F16CC41}"/>
              </a:ext>
            </a:extLst>
          </p:cNvPr>
          <p:cNvSpPr/>
          <p:nvPr/>
        </p:nvSpPr>
        <p:spPr>
          <a:xfrm>
            <a:off x="945931" y="923446"/>
            <a:ext cx="9669517" cy="1912883"/>
          </a:xfrm>
          <a:prstGeom prst="roundRect">
            <a:avLst>
              <a:gd name="adj" fmla="val 4579"/>
            </a:avLst>
          </a:prstGeom>
          <a:solidFill>
            <a:srgbClr val="081740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3C10D-B957-0D4E-C758-055B55A6E584}"/>
              </a:ext>
            </a:extLst>
          </p:cNvPr>
          <p:cNvSpPr txBox="1"/>
          <p:nvPr/>
        </p:nvSpPr>
        <p:spPr>
          <a:xfrm>
            <a:off x="1373072" y="1942181"/>
            <a:ext cx="292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E8E8E8"/>
                </a:solidFill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접수</a:t>
            </a:r>
            <a:r>
              <a:rPr lang="en-US" altLang="ko-KR" b="1" dirty="0">
                <a:solidFill>
                  <a:srgbClr val="E8E8E8"/>
                </a:solidFill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:</a:t>
            </a:r>
            <a:r>
              <a:rPr lang="ko-KR" altLang="en-US" b="1" dirty="0">
                <a:solidFill>
                  <a:srgbClr val="E8E8E8"/>
                </a:solidFill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altLang="ko-KR" b="1" dirty="0">
                <a:solidFill>
                  <a:srgbClr val="E8E8E8"/>
                </a:solidFill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10.</a:t>
            </a:r>
            <a:r>
              <a:rPr lang="ko-KR" altLang="en-US" b="1" dirty="0">
                <a:solidFill>
                  <a:srgbClr val="E8E8E8"/>
                </a:solidFill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altLang="ko-KR" b="1" dirty="0">
                <a:solidFill>
                  <a:srgbClr val="E8E8E8"/>
                </a:solidFill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r>
              <a:rPr lang="en-US" altLang="ko-KR" b="1" i="0" dirty="0">
                <a:solidFill>
                  <a:srgbClr val="E8E8E8"/>
                </a:solidFill>
                <a:effectLst/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b="1" i="0" dirty="0">
                <a:solidFill>
                  <a:srgbClr val="E8E8E8"/>
                </a:solidFill>
                <a:effectLst/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월</a:t>
            </a:r>
            <a:r>
              <a:rPr lang="en-US" altLang="ko-KR" b="1" i="0" dirty="0">
                <a:solidFill>
                  <a:srgbClr val="E8E8E8"/>
                </a:solidFill>
                <a:effectLst/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) </a:t>
            </a:r>
            <a:r>
              <a:rPr lang="en" altLang="ko-KR" b="1" i="0" dirty="0">
                <a:solidFill>
                  <a:srgbClr val="E8E8E8"/>
                </a:solidFill>
                <a:effectLst/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– 11. 22(</a:t>
            </a:r>
            <a:r>
              <a:rPr lang="ko-KR" altLang="en-US" b="1" i="0" dirty="0">
                <a:solidFill>
                  <a:srgbClr val="E8E8E8"/>
                </a:solidFill>
                <a:effectLst/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화</a:t>
            </a:r>
            <a:r>
              <a:rPr lang="en-US" altLang="ko-KR" b="1" i="0" dirty="0">
                <a:solidFill>
                  <a:srgbClr val="E8E8E8"/>
                </a:solidFill>
                <a:effectLst/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" altLang="ko-KR" b="1" i="0" dirty="0">
              <a:solidFill>
                <a:srgbClr val="E8E8E8"/>
              </a:solidFill>
              <a:effectLst/>
              <a:highlight>
                <a:srgbClr val="121212"/>
              </a:highlight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87CE47-DEA7-5357-BD43-EB8872C45E6F}"/>
              </a:ext>
            </a:extLst>
          </p:cNvPr>
          <p:cNvSpPr txBox="1"/>
          <p:nvPr/>
        </p:nvSpPr>
        <p:spPr>
          <a:xfrm>
            <a:off x="1373072" y="1355072"/>
            <a:ext cx="88152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b="1" dirty="0">
                <a:solidFill>
                  <a:srgbClr val="E8E8E8"/>
                </a:solidFill>
                <a:highlight>
                  <a:srgbClr val="121212"/>
                </a:highlight>
                <a:latin typeface="Pretendard" panose="02000503000000020004" pitchFamily="2" charset="-127"/>
                <a:ea typeface="Pretendard" panose="02000503000000020004" pitchFamily="2" charset="-127"/>
              </a:rPr>
              <a:t>Samsung Developer Conference Korea 2024</a:t>
            </a:r>
            <a:endParaRPr kumimoji="1" lang="ko-KR" altLang="en-US" sz="3200" dirty="0"/>
          </a:p>
        </p:txBody>
      </p:sp>
      <p:pic>
        <p:nvPicPr>
          <p:cNvPr id="14" name="그림 13" descr="텍스트, 폰트, 스크린샷, 로고이(가) 표시된 사진&#10;&#10;자동 생성된 설명">
            <a:extLst>
              <a:ext uri="{FF2B5EF4-FFF2-40B4-BE49-F238E27FC236}">
                <a16:creationId xmlns:a16="http://schemas.microsoft.com/office/drawing/2014/main" id="{EB7CDC19-0274-1A7C-FB32-3165E0A504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775" b="8324"/>
          <a:stretch>
            <a:fillRect/>
          </a:stretch>
        </p:blipFill>
        <p:spPr>
          <a:xfrm>
            <a:off x="945931" y="3429000"/>
            <a:ext cx="9669517" cy="1912883"/>
          </a:xfrm>
          <a:custGeom>
            <a:avLst/>
            <a:gdLst>
              <a:gd name="connsiteX0" fmla="*/ 87591 w 9669517"/>
              <a:gd name="connsiteY0" fmla="*/ 0 h 1912883"/>
              <a:gd name="connsiteX1" fmla="*/ 9581926 w 9669517"/>
              <a:gd name="connsiteY1" fmla="*/ 0 h 1912883"/>
              <a:gd name="connsiteX2" fmla="*/ 9669517 w 9669517"/>
              <a:gd name="connsiteY2" fmla="*/ 87591 h 1912883"/>
              <a:gd name="connsiteX3" fmla="*/ 9669517 w 9669517"/>
              <a:gd name="connsiteY3" fmla="*/ 1825292 h 1912883"/>
              <a:gd name="connsiteX4" fmla="*/ 9581926 w 9669517"/>
              <a:gd name="connsiteY4" fmla="*/ 1912883 h 1912883"/>
              <a:gd name="connsiteX5" fmla="*/ 87591 w 9669517"/>
              <a:gd name="connsiteY5" fmla="*/ 1912883 h 1912883"/>
              <a:gd name="connsiteX6" fmla="*/ 0 w 9669517"/>
              <a:gd name="connsiteY6" fmla="*/ 1825292 h 1912883"/>
              <a:gd name="connsiteX7" fmla="*/ 0 w 9669517"/>
              <a:gd name="connsiteY7" fmla="*/ 87591 h 1912883"/>
              <a:gd name="connsiteX8" fmla="*/ 87591 w 9669517"/>
              <a:gd name="connsiteY8" fmla="*/ 0 h 1912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69517" h="1912883">
                <a:moveTo>
                  <a:pt x="87591" y="0"/>
                </a:moveTo>
                <a:lnTo>
                  <a:pt x="9581926" y="0"/>
                </a:lnTo>
                <a:cubicBezTo>
                  <a:pt x="9630301" y="0"/>
                  <a:pt x="9669517" y="39216"/>
                  <a:pt x="9669517" y="87591"/>
                </a:cubicBezTo>
                <a:lnTo>
                  <a:pt x="9669517" y="1825292"/>
                </a:lnTo>
                <a:cubicBezTo>
                  <a:pt x="9669517" y="1873667"/>
                  <a:pt x="9630301" y="1912883"/>
                  <a:pt x="9581926" y="1912883"/>
                </a:cubicBezTo>
                <a:lnTo>
                  <a:pt x="87591" y="1912883"/>
                </a:lnTo>
                <a:cubicBezTo>
                  <a:pt x="39216" y="1912883"/>
                  <a:pt x="0" y="1873667"/>
                  <a:pt x="0" y="1825292"/>
                </a:cubicBezTo>
                <a:lnTo>
                  <a:pt x="0" y="87591"/>
                </a:lnTo>
                <a:cubicBezTo>
                  <a:pt x="0" y="39216"/>
                  <a:pt x="39216" y="0"/>
                  <a:pt x="87591" y="0"/>
                </a:cubicBezTo>
                <a:close/>
              </a:path>
            </a:pathLst>
          </a:custGeom>
        </p:spPr>
      </p:pic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3C55F18D-5BEF-180C-43BB-2398AF29D4B3}"/>
              </a:ext>
            </a:extLst>
          </p:cNvPr>
          <p:cNvSpPr/>
          <p:nvPr/>
        </p:nvSpPr>
        <p:spPr>
          <a:xfrm>
            <a:off x="945931" y="5618720"/>
            <a:ext cx="9669517" cy="1912883"/>
          </a:xfrm>
          <a:prstGeom prst="roundRect">
            <a:avLst>
              <a:gd name="adj" fmla="val 4579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04DD7E-5F8E-E729-2907-ED1B6344C9E2}"/>
              </a:ext>
            </a:extLst>
          </p:cNvPr>
          <p:cNvSpPr txBox="1"/>
          <p:nvPr/>
        </p:nvSpPr>
        <p:spPr>
          <a:xfrm>
            <a:off x="1373072" y="6637455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접수</a:t>
            </a:r>
            <a:r>
              <a:rPr lang="en-US" altLang="ko-KR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:</a:t>
            </a:r>
            <a:r>
              <a:rPr lang="ko-KR" altLang="en-US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lang="en-US" altLang="ko-KR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10.</a:t>
            </a:r>
            <a:r>
              <a:rPr lang="ko-KR" altLang="en-US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lang="en-US" altLang="ko-KR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21</a:t>
            </a:r>
            <a:r>
              <a:rPr lang="en-US" altLang="ko-KR" b="1" dirty="0"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(</a:t>
            </a:r>
            <a:r>
              <a:rPr lang="ko-KR" altLang="en-US" b="1" dirty="0"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월</a:t>
            </a:r>
            <a:r>
              <a:rPr lang="en-US" altLang="ko-KR" b="1" dirty="0"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) </a:t>
            </a:r>
            <a:r>
              <a:rPr lang="en" altLang="ko-KR" b="1" dirty="0"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– 11. </a:t>
            </a:r>
            <a:r>
              <a:rPr lang="en-US" altLang="ko-KR" b="1" dirty="0"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18</a:t>
            </a:r>
            <a:r>
              <a:rPr lang="en" altLang="ko-KR" b="1" dirty="0"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(</a:t>
            </a:r>
            <a:r>
              <a:rPr lang="ko-KR" altLang="en-US" b="1" dirty="0"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화</a:t>
            </a:r>
            <a:r>
              <a:rPr lang="en-US" altLang="ko-KR" b="1" dirty="0"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)</a:t>
            </a:r>
            <a:endParaRPr lang="en" altLang="ko-KR" b="1" dirty="0">
              <a:effectLst/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CB0D2E-26B6-DBBE-6102-66D5725EA3A2}"/>
              </a:ext>
            </a:extLst>
          </p:cNvPr>
          <p:cNvSpPr txBox="1"/>
          <p:nvPr/>
        </p:nvSpPr>
        <p:spPr>
          <a:xfrm>
            <a:off x="1373072" y="6050346"/>
            <a:ext cx="3881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200" b="1" dirty="0" err="1">
                <a:latin typeface="Noto Sans KR" panose="020B0200000000000000" pitchFamily="34" charset="-128"/>
                <a:ea typeface="Noto Sans KR" panose="020B0200000000000000" pitchFamily="34" charset="-128"/>
              </a:rPr>
              <a:t>아이펠</a:t>
            </a:r>
            <a:r>
              <a:rPr kumimoji="1" lang="ko-KR" altLang="en-US" sz="3200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 코어과정 </a:t>
            </a:r>
            <a:r>
              <a:rPr kumimoji="1" lang="en-US" altLang="ko-KR" sz="3200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11</a:t>
            </a:r>
            <a:r>
              <a:rPr kumimoji="1" lang="ko-KR" altLang="en-US" sz="3200" b="1" dirty="0">
                <a:latin typeface="Noto Sans KR" panose="020B0200000000000000" pitchFamily="34" charset="-128"/>
                <a:ea typeface="Noto Sans KR" panose="020B0200000000000000" pitchFamily="34" charset="-128"/>
              </a:rPr>
              <a:t>기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374985B-97CA-C951-7325-F19CBA9B1A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3057" y="6691390"/>
            <a:ext cx="1166070" cy="67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519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8468A9AB-125B-0E5E-3C74-CD18661E43CA}"/>
              </a:ext>
            </a:extLst>
          </p:cNvPr>
          <p:cNvSpPr/>
          <p:nvPr/>
        </p:nvSpPr>
        <p:spPr>
          <a:xfrm>
            <a:off x="945931" y="923446"/>
            <a:ext cx="9669517" cy="1593251"/>
          </a:xfrm>
          <a:prstGeom prst="roundRect">
            <a:avLst>
              <a:gd name="adj" fmla="val 4579"/>
            </a:avLst>
          </a:prstGeom>
          <a:solidFill>
            <a:schemeClr val="tx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A0989E-F485-D4FA-96EA-2FD0C39BFA7C}"/>
              </a:ext>
            </a:extLst>
          </p:cNvPr>
          <p:cNvSpPr txBox="1"/>
          <p:nvPr/>
        </p:nvSpPr>
        <p:spPr>
          <a:xfrm>
            <a:off x="6635692" y="1472541"/>
            <a:ext cx="1697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200" b="1" dirty="0" err="1">
                <a:solidFill>
                  <a:srgbClr val="E8E8E8"/>
                </a:solidFill>
                <a:highlight>
                  <a:srgbClr val="121212"/>
                </a:highlight>
                <a:latin typeface="Noto Sans KR" panose="020B0200000000000000" pitchFamily="34" charset="-128"/>
                <a:ea typeface="Noto Sans KR" panose="020B0200000000000000" pitchFamily="34" charset="-128"/>
              </a:rPr>
              <a:t>다시보기</a:t>
            </a:r>
            <a:endParaRPr kumimoji="1" lang="ko-KR" altLang="en-US" sz="3200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1026" name="Picture 2" descr="if(kakaoAI)2024">
            <a:extLst>
              <a:ext uri="{FF2B5EF4-FFF2-40B4-BE49-F238E27FC236}">
                <a16:creationId xmlns:a16="http://schemas.microsoft.com/office/drawing/2014/main" id="{4A73B108-B303-CDC8-D07E-7141980B8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767" y="1340881"/>
            <a:ext cx="5392925" cy="758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 descr="노랑, 그래픽, 상징, 폰트이(가) 표시된 사진&#10;&#10;자동 생성된 설명">
            <a:extLst>
              <a:ext uri="{FF2B5EF4-FFF2-40B4-BE49-F238E27FC236}">
                <a16:creationId xmlns:a16="http://schemas.microsoft.com/office/drawing/2014/main" id="{BAEA1C8D-CDE1-3A4A-7F75-8756BD494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83" y="589385"/>
            <a:ext cx="482600" cy="444500"/>
          </a:xfrm>
          <a:prstGeom prst="rect">
            <a:avLst/>
          </a:prstGeom>
        </p:spPr>
      </p:pic>
      <p:sp>
        <p:nvSpPr>
          <p:cNvPr id="8" name="AutoShape 4" descr="카카오(기업) 로고">
            <a:extLst>
              <a:ext uri="{FF2B5EF4-FFF2-40B4-BE49-F238E27FC236}">
                <a16:creationId xmlns:a16="http://schemas.microsoft.com/office/drawing/2014/main" id="{BC130F58-7722-8935-359C-49BCB2DF14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AutoShape 6" descr="카카오(기업) 로고">
            <a:extLst>
              <a:ext uri="{FF2B5EF4-FFF2-40B4-BE49-F238E27FC236}">
                <a16:creationId xmlns:a16="http://schemas.microsoft.com/office/drawing/2014/main" id="{C74FB268-DFB5-69A2-7BA9-771FD5A7D8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999" y="3428999"/>
            <a:ext cx="1990987" cy="199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5" name="그림 14" descr="로고, 그래픽, 상징, 스크린샷이(가) 표시된 사진&#10;&#10;자동 생성된 설명">
            <a:extLst>
              <a:ext uri="{FF2B5EF4-FFF2-40B4-BE49-F238E27FC236}">
                <a16:creationId xmlns:a16="http://schemas.microsoft.com/office/drawing/2014/main" id="{7D28E89A-1E52-5BA3-CA86-788D6E3A9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5732" y="1340880"/>
            <a:ext cx="758381" cy="75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671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3634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374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674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133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72</Words>
  <Application>Microsoft Macintosh PowerPoint</Application>
  <PresentationFormat>와이드스크린</PresentationFormat>
  <Paragraphs>9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Noto Sans KR</vt:lpstr>
      <vt:lpstr>Pretendard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고언약</dc:creator>
  <cp:lastModifiedBy>고언약</cp:lastModifiedBy>
  <cp:revision>10</cp:revision>
  <dcterms:created xsi:type="dcterms:W3CDTF">2024-10-26T12:01:43Z</dcterms:created>
  <dcterms:modified xsi:type="dcterms:W3CDTF">2024-11-11T12:31:54Z</dcterms:modified>
</cp:coreProperties>
</file>